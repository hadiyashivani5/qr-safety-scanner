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  <a:latin typeface="Arial"/>
              </a:defRPr>
            </a:pPr>
            <a:r>
              <a:t>QR Code Safety Scanner &amp; Auditor</a:t>
            </a:r>
          </a:p>
          <a:p>
            <a:pPr>
              <a:spcBef>
                <a:spcPts val="1200"/>
              </a:spcBef>
              <a:defRPr sz="1800">
                <a:solidFill>
                  <a:srgbClr val="6366F1"/>
                </a:solidFill>
                <a:latin typeface="Arial"/>
              </a:defRPr>
            </a:pPr>
            <a:r>
              <a:t>Mitigating Quishing &amp; Rogue Wi-Fi Networks with Local Heuristics</a:t>
            </a:r>
          </a:p>
          <a:p>
            <a:pPr>
              <a:spcBef>
                <a:spcPts val="3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College Project Presentation  |  Presenter: CSE Department</a:t>
            </a:r>
          </a:p>
        </p:txBody>
      </p:sp>
      <p:pic>
        <p:nvPicPr>
          <p:cNvPr id="3" name="Picture 2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The Security Threat: Malicious QR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Visual Obscurity &amp; Blind Trust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QR code grids cannot be read visually. Users scan codes without knowing the destination URL path.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Quishing (QR Phishing Attacks)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Fake QR labels pasted over public merchant codes to steal banking credentials.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Rogue Wi-Fi Access Points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Access codes designed to auto-connect devices to packet-sniffing network interfaces.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Link Masking Abuses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Obscured redirects and shorteners (like bit.ly) are used to hide malicious domains.</a:t>
            </a:r>
          </a:p>
        </p:txBody>
      </p:sp>
      <p:pic>
        <p:nvPicPr>
          <p:cNvPr id="6" name="Picture 5" descr="security_threat_1784894484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01168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Proposed Solution: Local-First Auditor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100% Client-Side Evaluation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All decryption, unshortening, and security audits run locally in the browser sandbox. No user telemetry leaks.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8-Rule Heuristic Scanner Core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Automated algorithmic analysis of URL parameters to calculate threat level indexes in real-time.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AES Payload Cryptography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Integrates client-side AES-256 password decryption to protect QR data before verification.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Visual Sandbox Previewing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Loads isolated previews of destination pages to inspect visual brand identity securely.</a:t>
            </a:r>
          </a:p>
        </p:txBody>
      </p:sp>
      <p:pic>
        <p:nvPicPr>
          <p:cNvPr id="6" name="Picture 5" descr="shield_protection_17848945002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01168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System Architecture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Matrix Parsing Pipeline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Decodes images from local files or live WebRTC camera streams using jsQR and html5-qrcode libraries.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Routing &amp; Decrypt Verification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Checks for AES prefix tokens to trigger key inputs, then routes string payloads to Wi-Fi, URL, or plain text controllers.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Heuristic Safety Engine Analysis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Invokes the 8-rule checker suite, populates risk scores, and flags items in a dynamic results panel.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PDF Report &amp; History Logging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Compiles findings, timestamps, and verdicts into formatted PDF documents using client-side jsPDF libraries.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Heuristics Safety Engine Checkpoints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HTTPS Encryption &amp; Host Audits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Flags insecure http: protocols (+25 risk) and numeric raw IP address hosts (+35 risk).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Link Masking &amp; Extension Scan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Identifies URL shorteners (+20 risk) and low-reputation top-level domains like .xyz, .top, or .work (+25 risk).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Phishing Keywords &amp; Entropy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Audits paths for credential harvesting terms (login, banking) and flags excessive subdomain nesting (+15 risk).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Unicode Homograph Identity Verification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Inspects hostnames for unicode spoofing prefixes (xn--) used to impersonate famous brand domains (+35 risk).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Wi-Fi Audit &amp; Hidden SSID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Encryption Protocol Verification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Warns users if the network setup utilizes weak WEP keys or open encryption standards.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Hidden SSID Warning guide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SSID broadcast checks alert the user, displaying a connection checklist for manual hidden configuration.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Interactive Clipboard Copy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Features Copy buttons for SSID names and passwords to prevent input errors on long, complex passphrases.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Security Recommendations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Checks password strength and flags compliance reports directly in the details grid.</a:t>
            </a:r>
          </a:p>
        </p:txBody>
      </p:sp>
      <p:pic>
        <p:nvPicPr>
          <p:cNvPr id="6" name="Picture 5" descr="wifi_secure_17848945153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01168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Technical Implementation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Core Programming Layer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Pure client-side development using HTML5, Vanilla CSS3 variables, and modern modular ES6 Javascript.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Decoders &amp; Crypto Library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jsQR and html5-qrcode for matrix decodes; CryptoJS for local AES-256 data protection.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Styled Generation &amp; Export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qr-code-styling for drawing customized designer QR vectors; jsPDF for client-side report compilation.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Microlink Interface API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Queries isolated, headless visual sandbox screenshots dynamically inside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ject_logo_1784894468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Key Accomplishments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Visual Safety Audits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Successfully replaces blind browser loading with proactive heuristic security scorecards.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Absolute Privacy Control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Preserves complete user privacy by executing code locally in the browser sandbox.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Offline Threat Database Updates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Future enhancement: Download compressed, local hash lookup lists for offline safe checking.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F1F5F9"/>
                </a:solidFill>
                <a:latin typeface="Arial"/>
              </a:defRPr>
            </a:pPr>
            <a:r>
              <a:t>•  Cryptographic Key Signing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    Future enhancement: Support digital signatures (Ed25519) to verify QR code issuer authority.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